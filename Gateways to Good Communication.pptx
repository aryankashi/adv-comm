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Good Communication Gateways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1530" y="2794211"/>
            <a:ext cx="1097280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2300"/>
            </a:pPr>
            <a:r>
              <a:rPr dirty="0"/>
              <a:t>Meeting Etiquettes &amp; Remote Communication</a:t>
            </a:r>
          </a:p>
          <a:p>
            <a:pPr algn="ctr">
              <a:spcAft>
                <a:spcPts val="900"/>
              </a:spcAft>
              <a:defRPr sz="2300"/>
            </a:pPr>
            <a:r>
              <a:rPr dirty="0"/>
              <a:t>Professional communication is not only about what we say; it is also about how we participate, listen, respond and behave.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00434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1. What is a professional meeting? — A planned interaction used to exchange information, discuss issues, solve problems or make decisions.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2. Meeting etiquette — How to prepare, listen, speak, disagree, stay on topic, take notes and follow up.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3. Remote communication — How online meetings and workplace chats create additional communication challenges.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4. Practical application — We will </a:t>
            </a:r>
            <a:r>
              <a:rPr sz="2800" dirty="0" err="1"/>
              <a:t>analyse</a:t>
            </a:r>
            <a:r>
              <a:rPr sz="2800" dirty="0"/>
              <a:t> workplace situations and turn poor communication into professional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Opening Scenario: Your First IT Team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3200" dirty="0"/>
              <a:t>Imagine that you have just joined an IT company. Tomorrow you are invited to a meeting with your project manager and six team members.</a:t>
            </a:r>
          </a:p>
          <a:p>
            <a:pPr>
              <a:spcAft>
                <a:spcPts val="900"/>
              </a:spcAft>
              <a:defRPr sz="2000"/>
            </a:pPr>
            <a:r>
              <a:rPr sz="3200" dirty="0"/>
              <a:t>Before the meeting, ask yourself: What should I know? What should I carry? When should I join? How should I speak? What should I do if I disagree?</a:t>
            </a:r>
          </a:p>
          <a:p>
            <a:pPr>
              <a:spcAft>
                <a:spcPts val="900"/>
              </a:spcAft>
              <a:defRPr sz="2000"/>
            </a:pPr>
            <a:r>
              <a:rPr sz="3200" dirty="0"/>
              <a:t>Professional impression is created before you even speak. Being prepared, punctual and attentive communicates responsibility.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What Is a Professional Meeting?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74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A professional meeting is a planned interaction in which people exchange information, discuss problems, make decisions or coordinate work.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800" dirty="0"/>
              <a:t>for</a:t>
            </a:r>
            <a:r>
              <a:rPr sz="2800" dirty="0"/>
              <a:t> example: project meeting, client meeting, team meeting, sprint/review meeting, problem-solving meeting and interview/selection meeting.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A project team meets because the client deadline has moved from Friday to Wednesday. The purpose is to understand the delay, decide priorities and assign responsibilities.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Ask: Why have a meeting instead of simply sending a WhatsApp message? Possible answers: discussion, clarification, decision-making, problem-solving and different viewpoints.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A Meeting Has a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378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900"/>
              </a:spcAft>
              <a:defRPr sz="2000"/>
            </a:pPr>
            <a:r>
              <a:rPr sz="3200" dirty="0"/>
              <a:t>Before entering a meeting, ask: Why are we meeting? What decision or outcome is expected?</a:t>
            </a:r>
          </a:p>
          <a:p>
            <a:pPr algn="just">
              <a:spcAft>
                <a:spcPts val="900"/>
              </a:spcAft>
              <a:defRPr sz="2000"/>
            </a:pPr>
            <a:r>
              <a:rPr sz="3200" dirty="0"/>
              <a:t>Unclear: 'Let's meet and discuss the project.'</a:t>
            </a:r>
          </a:p>
          <a:p>
            <a:pPr algn="just">
              <a:spcAft>
                <a:spcPts val="900"/>
              </a:spcAft>
              <a:defRPr sz="2000"/>
            </a:pPr>
            <a:r>
              <a:rPr sz="3200" dirty="0"/>
              <a:t>Clear: 'Let's meet to identify the cause of the project delay and decide the tasks that must be completed before Friday.'</a:t>
            </a:r>
          </a:p>
          <a:p>
            <a:pPr algn="just">
              <a:spcAft>
                <a:spcPts val="900"/>
              </a:spcAft>
              <a:defRPr sz="2000"/>
            </a:pPr>
            <a:r>
              <a:rPr sz="3200" dirty="0"/>
              <a:t>If the meeting is about a project delay, come prepared with progress, reasons for delay and possible solutions—not unrelated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Before the Meeting: Preparation Is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31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Know the purpose and agenda. Read documents or messages shared before the meeting.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Complete your assigned work and keep relevant files ready. If asked about testing, know the current testing status.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Join on time. Being late may mean others have to repeat information for you.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Manager asks, 'What is the current status of the login module?' A prepared employee can answer with progress and pending issues instead of saying, 'I don't know; I'll check.'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The 5-Minute Preparation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31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Before an online meeting, check: meeting link, internet, microphone, camera if required, headphones, documents and a suitable environment.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Poor preparation: Meeting begins at 10:00; at 10:02 you say, 'Can you hear me?' At 10:04 you discover the microphone is muted; at 10:06 you search for the report.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Professional alternative: Join a little early, test audio and keep the report open before the meeting starts.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Point: Technical preparation is part of professional communication because technical problems consume other people's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Entering the Meeting Professionally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Face-to-face: greet people, sit appropriately, keep necessary material ready and give attention to the speaker.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Online: join with an identifiable name, check audio, mute when appropriate and avoid distracting activities.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A team leader explains a client complaint while an employee keeps typing unrelated messages. Even without rude words, the </a:t>
            </a:r>
            <a:r>
              <a:rPr sz="2800" dirty="0" err="1"/>
              <a:t>behaviour</a:t>
            </a:r>
            <a:r>
              <a:rPr sz="2800" dirty="0"/>
              <a:t> may communicate disinterest.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Key idea: Your </a:t>
            </a:r>
            <a:r>
              <a:rPr sz="2800" dirty="0" err="1"/>
              <a:t>behaviour</a:t>
            </a:r>
            <a:r>
              <a:rPr sz="2800" dirty="0"/>
              <a:t> communicates even when you are silent.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Meeting Etiquette 1: Listen Before You Speak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31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Poor: Manager says, 'The client has raised an issue...' Employee interrupts, 'I already know what happened!'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Better: Wait until the speaker finishes, then say, 'If I may add something, I think the issue started during testing.'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Interrupting can communicate impatience, lack of respect or overconfidence. Listening allows you to respond to the actual message rather than your assumption.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Remember: Being silent for a few seconds does not mean you have nothing to contribute.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Meeting Etiquette 2: How to Enter the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Instead of 'No, that's wrong,' say: 'I have a slightly different view. May I explain why?'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Instead of 'You didn't understand what I said,' say: 'Let me explain that part again from another perspective.'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Instead of 'That's impossible,' say: 'Could we consider another approach?'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Professional communication does not mean avoiding disagreement. It means expressing disagreement without attacking the person.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Useful structure: Acknowledge → concern → alternative. Example: 'I understand the approach; my concern is the deadline. Could we divide the task into two stages?'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Individual Activity: Make It Professional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8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Rewrite these statements individually in 2 minutes: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1. 'This idea won't work.'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2. 'You didn't understand what I said.'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3. 'That's not my job.'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4. 'I already told you this.'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Think: How can you communicate the same concern while remaining clear and respectful?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Possible Professional Rewrites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'This idea won't work' → 'I see the potential, but I have some concerns about implementation.'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'You didn't understand what I said' → 'Let me explain that part again so that we are on the same page.'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'That's not my job' → 'I'm currently handling X. Could you clarify whether this task should also be assigned to me?'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'I already told you this' → 'I mentioned this earlier, but let me quickly summarize it again.'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Key principle: Professional communication often changes the delivery without changing the core issue.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Meeting Etiquette 3: Don't Hijack the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31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Meeting hijacking happens when one person talks excessively, interrupts others, changes the topic repeatedly or tries to answer every question.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Manager asks, 'Does anyone have a suggestion?' One employee speaks for ten minutes and repeatedly returns to unrelated points. Other team members get no opportunity to contribute.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Better: 'I have one point to add...' Make the point clearly and stop. Allow others to respond.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Professional participation means contributing enough to be useful without preventing others from contributing.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Meeting Etiquette 4: Stay on Topic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Example: Meeting is about a project deadline. Someone suddenly starts discussing the office cafeteria, then another person joins.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Professional response: 'That's useful, but perhaps we can discuss it separately and come back to the project deadline.'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Why? A meeting uses the time of several people. Staying on topic respects everyone's time.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However, do not reject useful new information automatically. If a new issue affects the decision, it may deserve discussion.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Meeting Etiquette 5: Ask Questions and Clarify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Do not pretend to understand simply because everyone else is silent.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Manager says, 'Please prepare the client presentation.' Instead of only 'Okay,' ask: 'Should I include current progress, problems and next steps, and when would you like the first draft?'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Clarifying questions reduce errors because employee and manager can discover different interpretations before work begins.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Useful phrases: 'Could you clarify...?'; 'Just to confirm...'; 'Do you mean...?'; 'Should I include...?'; 'What is the deadline?'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Meeting Etiquette 6: Take Useful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31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During a meeting, note four things: Decision — What was decided? Action — What must be done? Responsibility — Who will do it? Deadline — By when?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Decision: use revised design. Action: prepare client presentation. Responsibility: Riya. Deadline: Thursday 4 PM.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Do not write every sentence. Capture information that helps you act correctly after the meeting.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Good notes reduce 'I thought you were doing it' and 'I didn't know the deadline.'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After the Meeting: Follow-Up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Professional communication does not end when the meeting ends.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Ask: What was decided? What do I have to do? What is my deadline? Do I need clarification? Is a follow-up message necessary?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'Just to confirm, I'll prepare the client presentation and share the first draft by Thursday.'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This confirmation checks shared understanding and creates a clear record of responsibility.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Connection with Schramm: feedback and clarification help people move toward shared meaning.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Remote Communication: What Changes?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74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Remote communication uses digital channels such as Teams, Zoom, email and workplace chat. It is not simply face-to-face communication on a screen.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Additional challenges: poor internet, audio problems, background noise, delayed responses, simultaneous speaking, multitasking and reduced non-verbal cues.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Face-to-face, you may see that someone looks confused. Online, the person may be silent with camera off, so you may not notice.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Therefore remote communication requires deliberate checking, clearer messages and better technical preparation.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4676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The Online Meeting Disaster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10:00 — Manager: 'Good morning, everyone.'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10:01 — Employee: 'Sorry, you're on mute.'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10:02 — Another: 'I can't hear you.'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10:03 — Someone's network disconnects.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10:04 — Someone types loudly while another presents.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10:05 — Someone asks, 'Sorry, what did I miss?'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Ask: Identify every communication problem. Which problems could have been prevented before the meeting?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Remote Meeting Etiquette: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Check internet and microphone. Test headphones if needed.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Keep meeting link and necessary documents ready. Close unrelated tabs or notifications if distracting.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Choose a reasonably quiet and professional environment.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If you will present the project report, open it before joining instead of searching for it while the manager waits.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Professional habit: Prepare your technology just as you prepare your documents for a face-to-face meeting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Remote Meeting Etiquette: During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Mute when not speaking if background noise is present. Unmute before speaking.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Pay attention instead of multitasking. Reading unrelated messages while someone explains a problem can cause you to miss information.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Use chat and 'raise hand' appropriately when the platform provides them.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Do not speak over another person. Online audio delays can make interruptions more disruptive.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If you have a question during a presentation, use raise-hand or wait for a pause.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Camera: Should It Always Be 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31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Do not treat 'camera always on' as a universal rule. Follow company/class policy and consider the meeting's purpose.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Consider company expectations, client expectations, privacy, internet bandwidth and nature of the meeting.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If camera is on, background, facial expressions, posture and visible distractions can influence perceived professionalism.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During a formal client presentation, a professional background may be appropriate; with poor internet, turning camera off may improve audio if permitted.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Remote Communication Has Fewer Non-Verbal Cues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Face-to-face communication provides facial expressions, eye contact, gestures, posture and tone.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Online text may remove many of these cues.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Someone writes 'Fine.' It could mean agreement, irritation, indifference or simply 'I have read your message.'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Because tone is unclear, add context: 'Sure, that works for me' is clearer than simply 'Fine.'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Key point: When non-verbal cues are reduced, wording and context become more important.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Individual Activity: What Does 'Fine'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Read: 'Fine.'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Individually write what the sender could mean: everything is okay; I agree; I am annoyed; I don't want to discuss this; I don't care.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Can we know the exact meaning from the word alone? No.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Why? Written communication may remove tone, facial expression and context.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800" dirty="0"/>
              <a:t>Hence, w</a:t>
            </a:r>
            <a:r>
              <a:rPr sz="2800" dirty="0"/>
              <a:t>hen a short message can be misunderstood, add enough context to make your intention clear.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Remote Chat Etiquette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Poor workplace chat: 'Hi' → wait → 'Hello?' → wait → 'Are you there?'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Better: 'Hi Rahul, could you please share the project report by 3 PM today? I need it for the client update.'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The better message gives the person, request, deadline and reason in one place.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Instead of 'Send it ASAP,' write: 'Please send the final report by 4 PM today.'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Professional chat reduces the number of messages needed to discover what the sender wants.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The 4 Questions Before You Send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CLEAR — Will the receiver understand exactly what I mean? Example: 'Send the report by 4 PM' is clearer than 'Send it ASAP.'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COMPLETE — Have I given necessary information? Example: Identify which report if several reports exist.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COURTEOUS — Does it sound respectful? Example: 'Could you please share the report?' rather than 'Send report.'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CONTEXTUAL — Does the receiver know why? Example: 'Please share the report by 4 PM because I need it for the client meeting.'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Simple check: Clear + Complete + Courteous + Context.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Individual Activity: You Are the Team Leader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Situation: You have a team meeting tomorrow.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You need to communicate: meeting time, purpose, platform and what team members should prepare.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Bad message: 'Meeting tomorrow. Be ready.'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Task: Write a professional message in 2–3 lines. Work individually for 2 minutes.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Your message should answer: When? Where? Why? What should I prepare?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One Possible Professional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97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'Hi Team, we will meet tomorrow at 10 AM on Teams to discuss the project delay. Please review the current progress report and come prepared with your updates.'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When? → Tomorrow at 10 AM.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Where? → Teams.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Why? → Project delay.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What should I do? → Review progress and prepare an update.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Ask: What is still missing, if anything? The answer depends on context—for example, the meeting link may also be needed if it has not already been shared.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Meeting vs Remote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FACE-TO-FACE: Pay attention to eye contact, facial expressions, posture, listening and turn-taking.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REMOTE: In addition, manage microphone, camera, internet, chat, screen sharing and reduced non-verbal information.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BOTH: Be prepared, be clear, listen, avoid unnecessary interruption, ask questions, respect time and confirm important decisions.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Example: Whether in a boardroom or on Teams, 'Please clarify the deadline' is professional because it prevents assumptions.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The Psychology Behind Professional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People form impressions from </a:t>
            </a:r>
            <a:r>
              <a:rPr sz="2800" dirty="0" err="1"/>
              <a:t>behaviour</a:t>
            </a:r>
            <a:r>
              <a:rPr sz="2800" dirty="0"/>
              <a:t> as well as words.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Interrupting may be interpreted as impatience or lack of respect. Arriving prepared may communicate responsibility. Clarifying may communicate care and accuracy. Listening may communicate respect.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These are interpretations, not guaranteed facts. The same </a:t>
            </a:r>
            <a:r>
              <a:rPr sz="2800" dirty="0" err="1"/>
              <a:t>behaviour</a:t>
            </a:r>
            <a:r>
              <a:rPr sz="2800" dirty="0"/>
              <a:t> can be interpreted differently depending on context.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Therefore professional communication means being aware of how your words and </a:t>
            </a:r>
            <a:r>
              <a:rPr sz="2800" dirty="0" err="1"/>
              <a:t>behaviour</a:t>
            </a:r>
            <a:r>
              <a:rPr sz="2800" dirty="0"/>
              <a:t> may be perceived by others.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Final Scenario: Put Everything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Manager: 'Please prepare the client presentation.'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Employee 1: 'Okay.' Later: 'I thought you only wanted the slides.'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Employee 2: 'Sure. Just to confirm, should I include project progress, current problems and next steps? And when would you like the first draft?'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Which employee communicated more professionally? Why?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Employee 2 clarified content and deadline instead of assuming. This reduces misunderstanding and creates shared understanding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The Professional Communication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47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BEFORE: Prepare — know purpose, audience, material and technology.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DURING: Listen — pay attention, don't interrupt and understand before responding.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SPEAK: Be clear — use specific language, give context and disagree respectfully.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CHECK: Clarify — ask questions and confirm important information.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AFTER: Follow up — record decisions, responsibilities and deadlines.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ONLINE: Add technical preparation and deliberate management of mute, camera, chat and reduced non-verbal cues.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610" y="365760"/>
            <a:ext cx="17491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Professional communication is not about using difficult English or speaking the most.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It is about making it easier for other people to understand you, respond to you and work with you.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Remember: 'Don't just ask: Did I say it? Ask: Did the other person understand it?'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Meeting: Listen → Think → Speak → Clarify → Confirm.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Remote: Prepare → Join → Listen → Participate → Follow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2946</Words>
  <Application>Microsoft Office PowerPoint</Application>
  <PresentationFormat>Widescreen</PresentationFormat>
  <Paragraphs>183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Shweta Verma</cp:lastModifiedBy>
  <cp:revision>6</cp:revision>
  <dcterms:created xsi:type="dcterms:W3CDTF">2013-01-27T09:14:16Z</dcterms:created>
  <dcterms:modified xsi:type="dcterms:W3CDTF">2026-08-18T08:18:30Z</dcterms:modified>
  <cp:category/>
</cp:coreProperties>
</file>