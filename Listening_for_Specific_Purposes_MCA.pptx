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5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3khY_bwf5F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Listening for Specific Purposes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Dr. </a:t>
            </a:r>
            <a:r>
              <a:rPr lang="en-US" b="1">
                <a:solidFill>
                  <a:schemeClr val="tx1"/>
                </a:solidFill>
              </a:rPr>
              <a:t>Shweta Verma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sz="2400" dirty="0"/>
              <a:t>Listening is not just hearing — it’s an active skill.</a:t>
            </a:r>
          </a:p>
          <a:p>
            <a:pPr>
              <a:defRPr sz="1400"/>
            </a:pPr>
            <a:r>
              <a:rPr sz="2400" dirty="0"/>
              <a:t>Specific Purpose Listening means listening with a clear goal in mind.</a:t>
            </a:r>
          </a:p>
          <a:p>
            <a:pPr>
              <a:defRPr sz="1400"/>
            </a:pPr>
            <a:r>
              <a:rPr sz="2400" dirty="0"/>
              <a:t>Examples: Listening to instructions, lectures, or meetings for targeted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for MCA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sz="2400" dirty="0"/>
              <a:t>Academic success – grasping key ideas in technical lectures.</a:t>
            </a:r>
          </a:p>
          <a:p>
            <a:pPr>
              <a:defRPr sz="1400"/>
            </a:pPr>
            <a:r>
              <a:rPr sz="2400" dirty="0"/>
              <a:t>Professional use – understanding client requirements, team discussions.</a:t>
            </a:r>
          </a:p>
          <a:p>
            <a:pPr>
              <a:defRPr sz="1400"/>
            </a:pPr>
            <a:r>
              <a:rPr sz="2400" dirty="0"/>
              <a:t>Efficiency – filtering only relevant details to avoid overload.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defRPr sz="1400"/>
            </a:pPr>
            <a:r>
              <a:rPr sz="2000" b="1" dirty="0"/>
              <a:t>Discriminative Listening – </a:t>
            </a:r>
            <a:r>
              <a:rPr sz="2000" dirty="0"/>
              <a:t>Identifying different speakers in an online meeting.</a:t>
            </a:r>
            <a:endParaRPr lang="en-US" sz="2000" dirty="0"/>
          </a:p>
          <a:p>
            <a:pPr>
              <a:defRPr sz="1400"/>
            </a:pPr>
            <a:r>
              <a:rPr lang="en-US" sz="2000" i="1" dirty="0"/>
              <a:t>Example:</a:t>
            </a:r>
            <a:r>
              <a:rPr lang="en-US" sz="2000" dirty="0"/>
              <a:t> Identifying different speakers in an online meeting, or recognizing urgency in a client’s tone.</a:t>
            </a:r>
            <a:endParaRPr sz="2000" dirty="0"/>
          </a:p>
          <a:p>
            <a:pPr>
              <a:defRPr sz="1400"/>
            </a:pPr>
            <a:r>
              <a:rPr sz="2000" b="1" dirty="0"/>
              <a:t>Comprehensive Listening – </a:t>
            </a:r>
            <a:r>
              <a:rPr sz="2000" dirty="0"/>
              <a:t>Understanding a software architecture explanation.</a:t>
            </a:r>
            <a:endParaRPr lang="en-US" sz="2000" dirty="0"/>
          </a:p>
          <a:p>
            <a:pPr>
              <a:defRPr sz="1400"/>
            </a:pPr>
            <a:r>
              <a:rPr lang="en-US" sz="2000" i="1" dirty="0"/>
              <a:t>Example:</a:t>
            </a:r>
            <a:r>
              <a:rPr lang="en-US" sz="2000" dirty="0"/>
              <a:t> Listening to a software architecture explanation in a lecture to understand how components interact.</a:t>
            </a:r>
            <a:endParaRPr sz="2000" b="1" dirty="0"/>
          </a:p>
          <a:p>
            <a:pPr>
              <a:defRPr sz="1400"/>
            </a:pPr>
            <a:r>
              <a:rPr sz="2000" b="1" dirty="0"/>
              <a:t>Critical Listening – </a:t>
            </a:r>
            <a:r>
              <a:rPr sz="2000" dirty="0"/>
              <a:t>Evaluating a project proposal for feasibility.</a:t>
            </a:r>
            <a:endParaRPr lang="en-US" sz="2000" dirty="0"/>
          </a:p>
          <a:p>
            <a:pPr>
              <a:defRPr sz="1400"/>
            </a:pPr>
            <a:r>
              <a:rPr lang="en-US" sz="2000" i="1" dirty="0"/>
              <a:t>Example:</a:t>
            </a:r>
            <a:r>
              <a:rPr lang="en-US" sz="2000" dirty="0"/>
              <a:t> Listening to a project proposal to decide whether the plan is feasible.</a:t>
            </a:r>
            <a:endParaRPr sz="2000" dirty="0"/>
          </a:p>
          <a:p>
            <a:pPr>
              <a:defRPr sz="1400"/>
            </a:pPr>
            <a:r>
              <a:rPr sz="2000" b="1" dirty="0"/>
              <a:t>Appreciative Listening </a:t>
            </a:r>
            <a:r>
              <a:rPr sz="2000" dirty="0"/>
              <a:t>– Enjoying a tech podcast or motivational talk.</a:t>
            </a:r>
            <a:endParaRPr lang="en-US" sz="2000" dirty="0"/>
          </a:p>
          <a:p>
            <a:pPr>
              <a:defRPr sz="1400"/>
            </a:pPr>
            <a:r>
              <a:rPr lang="en-US" sz="2000" i="1" dirty="0"/>
              <a:t>Example:</a:t>
            </a:r>
            <a:r>
              <a:rPr lang="en-US" sz="2000" dirty="0"/>
              <a:t> Enjoying a tech podcast or motivational talk by a famous entrepreneur.</a:t>
            </a:r>
            <a:endParaRPr sz="2000" dirty="0"/>
          </a:p>
          <a:p>
            <a:pPr>
              <a:defRPr sz="1400"/>
            </a:pPr>
            <a:r>
              <a:rPr sz="2000" b="1" dirty="0"/>
              <a:t>Empathetic Listening – </a:t>
            </a:r>
            <a:r>
              <a:rPr sz="2000" dirty="0"/>
              <a:t>Understanding a teammate’s frustration in debugging.</a:t>
            </a:r>
            <a:endParaRPr lang="en-US" sz="2000" dirty="0"/>
          </a:p>
          <a:p>
            <a:pPr>
              <a:defRPr sz="1400"/>
            </a:pPr>
            <a:r>
              <a:rPr lang="en-US" sz="2000" i="1" dirty="0"/>
              <a:t>Example:</a:t>
            </a:r>
            <a:r>
              <a:rPr lang="en-US" sz="2000" dirty="0"/>
              <a:t> Listening to a teammate expressing frustration about debugging a persistent code error.</a:t>
            </a:r>
            <a:endParaRPr sz="2000" dirty="0"/>
          </a:p>
          <a:p>
            <a:pPr>
              <a:defRPr sz="1400"/>
            </a:pPr>
            <a:r>
              <a:rPr sz="2000" b="1" dirty="0"/>
              <a:t>Selective Listening – Focusing only on deadlines in a client meeting.</a:t>
            </a:r>
            <a:endParaRPr lang="en-US" sz="2000" b="1" dirty="0"/>
          </a:p>
          <a:p>
            <a:pPr>
              <a:defRPr sz="1400"/>
            </a:pPr>
            <a:r>
              <a:rPr lang="en-US" sz="2000" i="1" dirty="0"/>
              <a:t>Example:</a:t>
            </a:r>
            <a:r>
              <a:rPr lang="en-US" sz="2000" dirty="0"/>
              <a:t> During a client meeting, listening specifically for deadlines and budget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Specific Purpose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sz="2400" dirty="0"/>
              <a:t>Listening for Gist – Getting the overall meaning.</a:t>
            </a:r>
          </a:p>
          <a:p>
            <a:pPr>
              <a:defRPr sz="1400"/>
            </a:pPr>
            <a:r>
              <a:rPr sz="2400" dirty="0"/>
              <a:t>Listening for Specific Information – Dates, figures, names.</a:t>
            </a:r>
          </a:p>
          <a:p>
            <a:pPr>
              <a:defRPr sz="1400"/>
            </a:pPr>
            <a:r>
              <a:rPr sz="2400" dirty="0"/>
              <a:t>Listening for Detailed Understanding – Following complex instructions.</a:t>
            </a:r>
          </a:p>
          <a:p>
            <a:pPr>
              <a:defRPr sz="1400"/>
            </a:pPr>
            <a:r>
              <a:rPr sz="2400" dirty="0"/>
              <a:t>Listening for Inference – Understanding implied meaning.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Strategies for Effective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sz="2800" dirty="0"/>
              <a:t>Know your purpose before listening.</a:t>
            </a:r>
          </a:p>
          <a:p>
            <a:pPr>
              <a:defRPr sz="1400"/>
            </a:pPr>
            <a:r>
              <a:rPr sz="2800" dirty="0"/>
              <a:t>Predict the type of information needed.</a:t>
            </a:r>
          </a:p>
          <a:p>
            <a:pPr>
              <a:defRPr sz="1400"/>
            </a:pPr>
            <a:r>
              <a:rPr sz="2800" dirty="0"/>
              <a:t>Focus on keywords and phrases.</a:t>
            </a:r>
          </a:p>
          <a:p>
            <a:pPr>
              <a:defRPr sz="1400"/>
            </a:pPr>
            <a:r>
              <a:rPr sz="2800" dirty="0"/>
              <a:t>Use note-taking techniques: keywords, symbols, mind maps.</a:t>
            </a:r>
          </a:p>
          <a:p>
            <a:pPr>
              <a:defRPr sz="1400"/>
            </a:pPr>
            <a:r>
              <a:rPr sz="2800" dirty="0"/>
              <a:t>Ignore distractions — filter out irrelevant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Barriers to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sz="2400" dirty="0"/>
              <a:t>Distractions and noise.</a:t>
            </a:r>
          </a:p>
          <a:p>
            <a:pPr>
              <a:defRPr sz="1400"/>
            </a:pPr>
            <a:r>
              <a:rPr sz="2400" dirty="0"/>
              <a:t>Lack of interest or motivation.</a:t>
            </a:r>
          </a:p>
          <a:p>
            <a:pPr>
              <a:defRPr sz="1400"/>
            </a:pPr>
            <a:r>
              <a:rPr sz="2400" dirty="0"/>
              <a:t>Poor vocabulary in the topic area.</a:t>
            </a:r>
          </a:p>
          <a:p>
            <a:pPr>
              <a:defRPr sz="1400"/>
            </a:pPr>
            <a:r>
              <a:rPr sz="2400" dirty="0"/>
              <a:t>Trying to remember everything instead of targeting key 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Listening in Academic &amp; Workplace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sz="2400" dirty="0"/>
              <a:t>Academic: Lectures, seminars, research presentations.</a:t>
            </a:r>
          </a:p>
          <a:p>
            <a:pPr>
              <a:defRPr sz="1400"/>
            </a:pPr>
            <a:r>
              <a:rPr sz="2400" dirty="0"/>
              <a:t>Workplace: Client meetings, technical briefings, conference calls.</a:t>
            </a:r>
          </a:p>
          <a:p>
            <a:pPr>
              <a:defRPr sz="1400"/>
            </a:pPr>
            <a:r>
              <a:rPr sz="2400" dirty="0"/>
              <a:t>Global teams: Understanding varied accents and time-lag communication.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sz="2400" dirty="0"/>
              <a:t>Listening for specific purposes saves time and increases accuracy.</a:t>
            </a:r>
          </a:p>
          <a:p>
            <a:pPr>
              <a:defRPr sz="1400"/>
            </a:pPr>
            <a:r>
              <a:rPr sz="2400" dirty="0"/>
              <a:t>Know your purpose → Focus → Extract relevant details → Review.</a:t>
            </a:r>
          </a:p>
          <a:p>
            <a:pPr>
              <a:defRPr sz="1400"/>
            </a:pPr>
            <a:r>
              <a:rPr sz="2400" dirty="0"/>
              <a:t>Practice regularly to improve retention and understanding.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0ADA2-1940-4EBD-92FF-FC5BE388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Session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6EEDD-2587-4FC3-85C0-CCCD92440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2"/>
              </a:rPr>
              <a:t>What Exactly is Spacetime? Explained in Ridiculously Simple Words – YouTube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Evaluative Listening</a:t>
            </a:r>
          </a:p>
          <a:p>
            <a:r>
              <a:rPr lang="en-US" dirty="0"/>
              <a:t>Do you think the analogy used in the video simplifies the concept effectively for a general audience? Give one reason based on what you heard.</a:t>
            </a:r>
          </a:p>
          <a:p>
            <a:r>
              <a:rPr lang="en-US" dirty="0"/>
              <a:t>How does the speaker maintain the listener’s interest while explaining a complex topic?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4097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480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Listening for Specific Purposes</vt:lpstr>
      <vt:lpstr>Introduction</vt:lpstr>
      <vt:lpstr>Importance for MCA Students</vt:lpstr>
      <vt:lpstr>Types of Listening</vt:lpstr>
      <vt:lpstr>Types of Specific Purpose Listening</vt:lpstr>
      <vt:lpstr>Strategies for Effective Listening</vt:lpstr>
      <vt:lpstr>Common Barriers to Listening</vt:lpstr>
      <vt:lpstr>Listening in Academic &amp; Workplace Contexts</vt:lpstr>
      <vt:lpstr>Summary</vt:lpstr>
      <vt:lpstr>Practice Session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Listening for Specific Purposes</dc:title>
  <dc:subject/>
  <dc:creator/>
  <cp:keywords/>
  <dc:description>generated using python-pptx</dc:description>
  <cp:lastModifiedBy>Shweta Verma</cp:lastModifiedBy>
  <cp:revision>7</cp:revision>
  <dcterms:created xsi:type="dcterms:W3CDTF">2013-01-27T09:14:16Z</dcterms:created>
  <dcterms:modified xsi:type="dcterms:W3CDTF">2026-08-25T06:14:11Z</dcterms:modified>
  <cp:category/>
</cp:coreProperties>
</file>