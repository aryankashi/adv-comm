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3616-8F20-4614-A622-A276ABEDC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64D30-70D6-41BB-9E00-DFEC18788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18DD-9870-46F8-A07B-438E52EC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7A891-317C-402E-8751-371DBB6E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1596-4FB9-415C-90B0-0BCACE50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52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880F-710F-4291-A763-254E7C1D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E11E-5947-4108-B7F7-589AB8C4D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716B-B697-4ADB-8A78-6717E5A0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0DA1E-6D17-4DAB-B74D-499089E2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AAC16-1742-43DD-B5F5-98FD3549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2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E4DF-05E1-43C0-8679-0467737B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5A8A4-81B8-45C0-B836-20B794E3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54168-BBE5-408E-B2E7-8725AEA3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3B4FD-3B43-4D4B-9049-5FDDF646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C5567-9CAD-42F5-A75B-119E7C32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3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1ED7-A014-4037-A011-96139C1F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4C54E-7E1C-4F93-8965-3D132E7A4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AC964-305D-4D76-BAD0-1B0B398C3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E0FAD-E567-4B65-92D5-4D5995A0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50E53-FA2D-4D70-9B57-2931095F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81392-5816-45D8-94BC-8BC47B74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6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789E-0A81-4B7D-B0E3-F7142F31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E865C-1785-4CD9-A263-C23C523E4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D55D3-521C-4C15-9845-1A0EA4BF6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D22F7-6DDE-4A45-B178-A3BA561A2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DCC37-16B6-4BD3-B655-CB3CCE855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A0379-1B1B-4E79-9308-9974BE2E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ACC40-1788-42E4-A577-B86101E9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3F992-3B47-4820-8022-5ED64B62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16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6E6F-26FC-410D-BCD5-E3717D2E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FF189-D283-4FC5-9B67-F6FAC00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BCC7A-DF03-4260-A129-EB5C3607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81DFC-60C3-4910-A5BD-C89B4DA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38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C55F5-7B0A-44DC-B15F-26839022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08F4E-7644-4B9D-A086-508CE95E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CB65-50F4-4209-B835-B63E0A99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15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1C21-7F20-43B9-B611-49316902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1AD81-2801-4A87-A981-7E2B86E3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6F0EA-527F-4E48-AF9D-653FE1732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D7808-36AE-4CC1-A403-30702C9E6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FDF92-D94D-48B2-881B-C538EA94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01C72-D9A4-4782-A582-CC5DA211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7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57B4-11A7-4C08-82D0-82D3ABB0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18E13-A23D-4570-8695-E28D7D35F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EC103-F434-48F1-B2A8-A181B117A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23596-2CA4-4826-9808-6698F39A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901F5-C0A3-422B-A998-B5E5D2F4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F0645-9F3D-4CA9-857C-F2F8F623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B45D-06AB-4CF4-80DB-22C858C10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B432D-EA11-462A-BFE2-1F099C8F4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3AC5E-93DD-4B12-801B-CF29B7F5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6915E-4E38-4BE9-9E15-6400BAA8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3B3FC-D59C-4404-8E39-66FEBC3E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9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247E5C-3DF2-4B58-B6E0-C00D70C19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93041-1A9A-4E54-82FC-16C4E9623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66255-CFDA-4B66-91A5-01D07A95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5346-54FE-4E14-91E9-CD4DB18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96E7-34D7-4DFA-BFAC-0C09ECEC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89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23633-6E3F-41A1-A070-F5310ADC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A68D7-F40E-4496-BBF2-8F8208D61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5BC9D-1026-4C1C-BB9F-0FD46517D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F4C30-7C1D-4D21-BB58-60C3B72E5B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08D63-8863-4441-97C9-60072D49B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B9A2-759D-41CF-99E7-3A2DF8803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11D17-CF50-4841-9A79-82DB69579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62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F7E8-70C5-4F77-9AB1-6956148A9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Advanced </a:t>
            </a:r>
            <a:r>
              <a:rPr lang="fr-FR" dirty="0"/>
              <a:t>Professional Communication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8ADBD-453A-451E-AB1E-F374C31ED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78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3BCD-A7F2-4950-9E56-A653426D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Outcomes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1C52-4FDA-4B1E-B600-6D22969AD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today's lecture students will:</a:t>
            </a:r>
          </a:p>
          <a:p>
            <a:r>
              <a:rPr lang="en-US" dirty="0"/>
              <a:t>Understand why communication matters more than technical skills in workplaces. </a:t>
            </a:r>
          </a:p>
          <a:p>
            <a:r>
              <a:rPr lang="en-US" dirty="0"/>
              <a:t>Differentiate communication in college and industry. </a:t>
            </a:r>
          </a:p>
          <a:p>
            <a:r>
              <a:rPr lang="en-US" dirty="0"/>
              <a:t>Identify common communication failures. </a:t>
            </a:r>
          </a:p>
          <a:p>
            <a:r>
              <a:rPr lang="en-US" dirty="0"/>
              <a:t>Become familiar with the course structure and expectations.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85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142D-C751-4511-B446-053E7A46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"Which gets you promoted faster in a company?"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9B3413-9C6F-454E-B9C3-8C74DA61B0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7784"/>
            <a:ext cx="814578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Technical Knowledge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Communication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Hard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Networking</a:t>
            </a:r>
          </a:p>
        </p:txBody>
      </p:sp>
    </p:spTree>
    <p:extLst>
      <p:ext uri="{BB962C8B-B14F-4D97-AF65-F5344CB8AC3E}">
        <p14:creationId xmlns:p14="http://schemas.microsoft.com/office/powerpoint/2010/main" val="225931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8BAF-E643-400E-8D18-29E96DF0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IN" dirty="0"/>
              <a:t>Two software engineers joined the same company.</a:t>
            </a:r>
            <a:br>
              <a:rPr lang="en-IN" dirty="0"/>
            </a:br>
            <a:r>
              <a:rPr lang="en-IN" dirty="0"/>
              <a:t>Engineer A: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AA54-EF79-40B1-973A-F776EDD2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Excellent programmer</a:t>
            </a:r>
          </a:p>
          <a:p>
            <a:pPr marL="0" indent="0">
              <a:buNone/>
            </a:pPr>
            <a:r>
              <a:rPr lang="en-IN" dirty="0"/>
              <a:t>Doesn't speak in meetings</a:t>
            </a:r>
          </a:p>
          <a:p>
            <a:pPr marL="0" indent="0">
              <a:buNone/>
            </a:pPr>
            <a:r>
              <a:rPr lang="en-IN" dirty="0"/>
              <a:t>Doesn't ask </a:t>
            </a:r>
            <a:r>
              <a:rPr lang="en-IN" dirty="0" err="1"/>
              <a:t>questionsSends</a:t>
            </a:r>
            <a:r>
              <a:rPr lang="en-IN" dirty="0"/>
              <a:t> confusing emails</a:t>
            </a:r>
          </a:p>
          <a:p>
            <a:pPr marL="0" indent="0">
              <a:buNone/>
            </a:pPr>
            <a:r>
              <a:rPr lang="en-IN" dirty="0"/>
              <a:t>Engineer B: </a:t>
            </a:r>
          </a:p>
          <a:p>
            <a:pPr marL="0" indent="0">
              <a:buNone/>
            </a:pPr>
            <a:r>
              <a:rPr lang="en-IN" dirty="0"/>
              <a:t>Average programmer</a:t>
            </a:r>
          </a:p>
          <a:p>
            <a:pPr marL="0" indent="0">
              <a:buNone/>
            </a:pPr>
            <a:r>
              <a:rPr lang="en-IN" dirty="0"/>
              <a:t>Speaks confidently</a:t>
            </a:r>
          </a:p>
          <a:p>
            <a:pPr marL="0" indent="0">
              <a:buNone/>
            </a:pPr>
            <a:r>
              <a:rPr lang="en-IN" dirty="0"/>
              <a:t>Writes clear emails</a:t>
            </a:r>
          </a:p>
          <a:p>
            <a:pPr marL="0" indent="0">
              <a:buNone/>
            </a:pPr>
            <a:r>
              <a:rPr lang="en-IN" dirty="0"/>
              <a:t>Gives updates regularly</a:t>
            </a:r>
          </a:p>
          <a:p>
            <a:pPr marL="0" indent="0">
              <a:buNone/>
            </a:pPr>
            <a:r>
              <a:rPr lang="en-IN" dirty="0"/>
              <a:t>After one year—Who became Team Lead?</a:t>
            </a:r>
          </a:p>
        </p:txBody>
      </p:sp>
    </p:spTree>
    <p:extLst>
      <p:ext uri="{BB962C8B-B14F-4D97-AF65-F5344CB8AC3E}">
        <p14:creationId xmlns:p14="http://schemas.microsoft.com/office/powerpoint/2010/main" val="159795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5F31-0783-4444-9596-9D11F10B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E6CD9-D591-4CE2-BC95-4A4D3CBE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Companies don't promote only good coders.</a:t>
            </a:r>
          </a:p>
          <a:p>
            <a:r>
              <a:rPr lang="en-US" dirty="0"/>
              <a:t>They promote people who can communicate ideas.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611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346E-D7A6-4A94-B52F-2A48186D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communication do you already use every day?</a:t>
            </a:r>
            <a:r>
              <a:rPr lang="en-US" dirty="0"/>
              <a:t> Which one is professional communication?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8EB13-1D70-463B-8D6A-0CDE362E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WhatsApp </a:t>
            </a:r>
          </a:p>
          <a:p>
            <a:r>
              <a:rPr lang="en-US" dirty="0">
                <a:solidFill>
                  <a:schemeClr val="bg1"/>
                </a:solidFill>
              </a:rPr>
              <a:t>Instagram </a:t>
            </a:r>
          </a:p>
          <a:p>
            <a:r>
              <a:rPr lang="en-US" dirty="0">
                <a:solidFill>
                  <a:schemeClr val="bg1"/>
                </a:solidFill>
              </a:rPr>
              <a:t>Email </a:t>
            </a:r>
          </a:p>
          <a:p>
            <a:r>
              <a:rPr lang="en-US" dirty="0">
                <a:solidFill>
                  <a:schemeClr val="bg1"/>
                </a:solidFill>
              </a:rPr>
              <a:t>Classroom </a:t>
            </a:r>
          </a:p>
          <a:p>
            <a:r>
              <a:rPr lang="en-US" dirty="0">
                <a:solidFill>
                  <a:schemeClr val="bg1"/>
                </a:solidFill>
              </a:rPr>
              <a:t>Presentation </a:t>
            </a:r>
          </a:p>
          <a:p>
            <a:r>
              <a:rPr lang="en-US" dirty="0">
                <a:solidFill>
                  <a:schemeClr val="bg1"/>
                </a:solidFill>
              </a:rPr>
              <a:t>Phone </a:t>
            </a:r>
          </a:p>
          <a:p>
            <a:r>
              <a:rPr lang="en-US" dirty="0">
                <a:solidFill>
                  <a:schemeClr val="bg1"/>
                </a:solidFill>
              </a:rPr>
              <a:t>Interviews </a:t>
            </a:r>
          </a:p>
          <a:p>
            <a:r>
              <a:rPr lang="en-US" dirty="0">
                <a:solidFill>
                  <a:schemeClr val="bg1"/>
                </a:solidFill>
              </a:rPr>
              <a:t>Online meetings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80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C8D0-5813-48BA-BBB7-9A09B02E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What is Business Communication?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FD1B0D-CA0D-433F-82B9-54CBC98E6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7"/>
            <a:ext cx="88201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Communication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Friend: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"Send notes."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"Please share the project report before 4 PM."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communicate.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is professional.</a:t>
            </a:r>
          </a:p>
        </p:txBody>
      </p:sp>
    </p:spTree>
    <p:extLst>
      <p:ext uri="{BB962C8B-B14F-4D97-AF65-F5344CB8AC3E}">
        <p14:creationId xmlns:p14="http://schemas.microsoft.com/office/powerpoint/2010/main" val="2797118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D295-90A3-4401-92EE-54FC9758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0055-E5A9-45FA-8ED3-B608BCB6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Lost in Translation</a:t>
            </a:r>
          </a:p>
        </p:txBody>
      </p:sp>
    </p:spTree>
    <p:extLst>
      <p:ext uri="{BB962C8B-B14F-4D97-AF65-F5344CB8AC3E}">
        <p14:creationId xmlns:p14="http://schemas.microsoft.com/office/powerpoint/2010/main" val="51985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203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Advanced Professional Communication </vt:lpstr>
      <vt:lpstr>Learning Outcomes </vt:lpstr>
      <vt:lpstr>"Which gets you promoted faster in a company?" </vt:lpstr>
      <vt:lpstr>Two software engineers joined the same company. Engineer A:  </vt:lpstr>
      <vt:lpstr>PowerPoint Presentation</vt:lpstr>
      <vt:lpstr>What communication do you already use every day? Which one is professional communication? </vt:lpstr>
      <vt:lpstr>What is Business Communication?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Professional Communication </dc:title>
  <dc:creator>Shweta Verma</dc:creator>
  <cp:lastModifiedBy>Shweta Verma</cp:lastModifiedBy>
  <cp:revision>3</cp:revision>
  <dcterms:created xsi:type="dcterms:W3CDTF">2026-07-23T10:08:05Z</dcterms:created>
  <dcterms:modified xsi:type="dcterms:W3CDTF">2026-07-28T08:26:42Z</dcterms:modified>
</cp:coreProperties>
</file>